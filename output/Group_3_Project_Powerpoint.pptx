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2405-F2DE-0251-53C3-B1425E9A9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1C0C8-A770-35CF-0AD6-E1FD30EA6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1668-B79C-B500-F350-484419F9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B9AD8-DAEA-D712-74CA-3E5DAB8E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2E5D-B6D3-140F-4000-BE4A117D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9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A919-D219-A67C-90DB-4CB9B56E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FFDAC-7F59-432E-9E60-D8F21D2BF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29C6-F257-BB15-D6DB-4749C0BB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17F00-74C6-6F2E-7E82-D391F029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FB5D5-E04C-53D8-508F-1CE3840F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8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2EFE-EC61-5D45-2521-C15D0942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29199-AE82-B550-17A8-D7BFF3673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9D669-A2C1-8D3C-B499-B629874A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39106-6BBB-2AF9-DFAC-E5EFC24B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EF3B8-2ED5-71B2-3AC4-80251F17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6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9BC4-9A7D-44EA-EA7D-49F3C75E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D9EDF-76EF-32A2-E800-00669C271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A3BCB-B8E6-6D62-F959-887B93B68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2ACF9-27EA-24D4-57BA-CB3AB64F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29C5B-044C-51C8-AAEB-F0888CE8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1FAC9-BA60-5F85-8872-C1CA521E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6014-942C-7857-EBA7-DC15C69E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143FE-9DDB-8D47-B82E-BCE27E6A5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BC290-D064-7E1A-9647-6FFF04955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53DB5-842F-897F-6D66-EB2CFD39D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0F342-6620-2F77-D291-4777A198E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A0033-8BD7-7193-4134-159A4E3E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82819-6F0D-B30F-88B6-B7C204A0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29387-12FB-7630-EB5E-566FA1E9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0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065E6-EB0A-2EE3-95F2-5391C1E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3A9FD-7368-6AE5-87B6-8FC71DD54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ED38D-B70F-E855-BC15-97EE8609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A2BC1-C2A5-9F09-FDB4-E7D9B665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8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03203D-1FEE-8DF5-C882-1E750731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F0321-E706-4E4D-08A6-B1378777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0AE88-413F-6094-0C9D-E05EF7CD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4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AC33-45EB-5445-0BE5-E2C98DD90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F3F00-CE94-C997-0220-ADC244CE2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06B4F-9CA6-09C7-4ECF-73E68CA01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EE5D-6F4B-3E36-FB94-40485473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5E06B-CCDC-76C2-3D9E-EBD309D1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42045-4584-FF58-E34E-B0FEF689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BE7C-488B-2795-3BCA-1F01AC22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21944-4CA0-9009-8D58-B90BA8EDE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B190F-53C1-B973-B4E9-C55AEEA53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2DA16-5163-3A20-92C5-B5344382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BEAB7-0A3B-DD67-72F6-35B9DD02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31B17-9FF5-4B6C-2D77-3A214700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0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FFEE-1180-0CC2-6DE5-155C8625E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AEEE5-7702-2D8A-51D9-D3E5CF7A6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95AEA-E257-C1B7-3147-D0C7B645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73BDC-4937-8C22-EC65-77DD06CD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6FAF9-D20B-580B-1F66-C8C636C4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7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15116F-6F2E-01D4-8EAA-EDF6DA069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DFD4A-B155-25B8-F5A7-C5A59871C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70EF6-C92E-A757-7FA0-29B9DE2A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B454D-E8E6-28DD-98E3-7E328BBC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0135E-B43B-985D-E7DA-7AFE7502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1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D576F-D127-DECA-CD20-FB2C314A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4044D-5D94-AB47-01F0-90EAAE10F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E526-AD0C-B5D3-D04C-7943A7FF6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C3268-71DA-9941-9BBD-8D09F84A6673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258D2-9F83-3A94-BBBF-505BCFC4D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780A1-376F-F57A-70FB-5ECC9D083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EC002-84A2-0140-863B-B85F978AC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5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ED2E-1C42-5A16-0D3B-C8E3AB55A2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 3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43EB2-EE20-200D-84D8-021F48ACE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Jake Laurie, Zach Lanter, Michael Purtle</a:t>
            </a:r>
          </a:p>
        </p:txBody>
      </p:sp>
    </p:spTree>
    <p:extLst>
      <p:ext uri="{BB962C8B-B14F-4D97-AF65-F5344CB8AC3E}">
        <p14:creationId xmlns:p14="http://schemas.microsoft.com/office/powerpoint/2010/main" val="4283089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E6C18A7B255448A8D1028471C693F" ma:contentTypeVersion="7" ma:contentTypeDescription="Create a new document." ma:contentTypeScope="" ma:versionID="773fd40528d709dd24968cec055f4a93">
  <xsd:schema xmlns:xsd="http://www.w3.org/2001/XMLSchema" xmlns:xs="http://www.w3.org/2001/XMLSchema" xmlns:p="http://schemas.microsoft.com/office/2006/metadata/properties" xmlns:ns2="9b9cd836-f1ef-4867-889b-e3ce5f45b04d" targetNamespace="http://schemas.microsoft.com/office/2006/metadata/properties" ma:root="true" ma:fieldsID="00381eaa5f7d4e7ad148c20127a1cd0d" ns2:_="">
    <xsd:import namespace="9b9cd836-f1ef-4867-889b-e3ce5f45b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9cd836-f1ef-4867-889b-e3ce5f45b0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428083-3AFF-41EC-9430-6AC983FA4152}"/>
</file>

<file path=customXml/itemProps2.xml><?xml version="1.0" encoding="utf-8"?>
<ds:datastoreItem xmlns:ds="http://schemas.openxmlformats.org/officeDocument/2006/customXml" ds:itemID="{97B9FA01-4447-4644-9A64-151D7499FE9D}"/>
</file>

<file path=customXml/itemProps3.xml><?xml version="1.0" encoding="utf-8"?>
<ds:datastoreItem xmlns:ds="http://schemas.openxmlformats.org/officeDocument/2006/customXml" ds:itemID="{834B9DCB-ED27-4526-B8BD-C1416B3CD96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Group 3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Laurie</dc:creator>
  <cp:lastModifiedBy>Jacob Laurie</cp:lastModifiedBy>
  <cp:revision>2</cp:revision>
  <dcterms:created xsi:type="dcterms:W3CDTF">2025-04-09T22:42:06Z</dcterms:created>
  <dcterms:modified xsi:type="dcterms:W3CDTF">2025-04-09T22:43:09Z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0x0101004DEE6C18A7B255448A8D1028471C693F</vt:lpwstr>
  </property>
</Properties>
</file>